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05840"/>
            <a:ext cx="640080" cy="6400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91440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Hospital Emergency Priority System (HEPS)</a:t>
            </a:r>
          </a:p>
          <a:p>
            <a:pPr>
              <a:defRPr sz="1600">
                <a:solidFill>
                  <a:srgbClr val="BAE6FD"/>
                </a:solidFill>
              </a:defRPr>
            </a:pPr>
            <a:r>
              <a:t>Event-Driven Emergency Department Triage Workstation &amp; Priority Queue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40"/>
            <a:ext cx="10545775" cy="3383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10058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ACADEMIC MINI-PROJECT PRESENTATION | 5-MEMBER TEAM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Course: CSE203 - Object-Oriented Programming using Java   •   Evaluation Weight: 50 Marks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TEAM MEMBER ROLES &amp; RESPONSIBILITIES: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Member 1: Clinical Problem Identification &amp; Emergency Department Triage Objectives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Member 2: Object-Oriented Architecture, Layer Separation &amp; Core Domain Modeling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Member 3: Data Structures &amp; Algorithms: Java PriorityQueue &amp; 3-Tier Comparator Logic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Member 4: Database Engineering, Relational Schema &amp; Enterprise JDBC Persistence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Member 5: JavaFX Desktop Workstation UI, JUnit 5 Testing &amp; Live System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PROJECT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Presentation Agenda &amp; Team Member Responsibilities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554480"/>
            <a:ext cx="201168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Team Member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48132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Problem &amp; Objectives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Clinical ER challenges, why FIFO fails in healthcare triage, project scope &amp; functional deliverables.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560320"/>
            <a:ext cx="201168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Team Member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871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OOP Architecture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Layered pattern (FXML -&gt; Controller -&gt; Service -&gt; DAO -&gt; MySQL), encapsulation, abstraction, and custom exceptions.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3566160"/>
            <a:ext cx="201168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Team Member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9300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DSA &amp; PriorityQueue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Min-Heap backed Java PriorityQueue, 3-tier PatientPriorityComparator, O(log N) vs O(1) complexity, tie-breakers.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4572000"/>
            <a:ext cx="201168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Team Member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49884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Database &amp; JDBC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MySQL relational schema, ACID guarantees, PreparedStatements against SQL injection, heap-to-DB sync.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5577840"/>
            <a:ext cx="201168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Team Member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50468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UI, QA &amp; Live Demo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Redesigned clinical workstation, JUnit 5 test suite, edge-case handling, and live triage workflow walkthrough.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MEMBER 1 • CLINICAL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Healthcare Challenge: Emergency Room Overload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320040"/>
            <a:ext cx="2468880" cy="4114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Presenter: Member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Problem in Modern Hospitals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Unpredictable Patient Influx: Emergency Departments (EDs) experience acute surge waves with no advance scheduling.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Wide Acuity Variance: Patients arrive simultaneously with vastly different medical acuities—from life-threatening trauma to minor abrasions.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Cognitive Staff Fatigue: Manual triage registers and whiteboards cause severe cognitive strain on reception staff under intense pressure.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Information Silos: Walk-in documentation is frequently separated from doctor consultation and discharge notes, creating clinical blindspots.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Regulatory &amp; Ethical Mandate: Delaying acute patients while treating non-urgent arrivals violates hospital triage protocols (e.g. Manchester/ESI).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Real-World Clinical Acuity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DC2626"/>
                </a:solidFill>
              </a:defRPr>
            </a:pPr>
            <a:r>
              <a:t>CRITICAL (Urgency Level 1)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Immediate life threat: acute respiratory failure, cardiac arrest, unresponsiveness, severe hemorrhage. (Target: Immediate treatment)</a:t>
            </a:r>
          </a:p>
          <a:p>
            <a:pPr>
              <a:defRPr sz="1200" b="1">
                <a:solidFill>
                  <a:srgbClr val="D97706"/>
                </a:solidFill>
              </a:defRPr>
            </a:pPr>
            <a:r>
              <a:t>HIGH (Urgency Level 2)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Severe emergencies: open fractures, high persistent fever with altered sensorium, severe burns. (Target: Within 15-30 min)</a:t>
            </a:r>
          </a:p>
          <a:p>
            <a:pPr>
              <a:defRPr sz="1200" b="1">
                <a:solidFill>
                  <a:srgbClr val="B45309"/>
                </a:solidFill>
              </a:defRPr>
            </a:pPr>
            <a:r>
              <a:t>MEDIUM (Urgency Level 3)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Moderate acute distress: localized pain, suspected closed fracture, persistent high fever. (Target: Within 60 min)</a:t>
            </a:r>
          </a:p>
          <a:p>
            <a:pPr>
              <a:defRPr sz="1200" b="1">
                <a:solidFill>
                  <a:srgbClr val="16A34A"/>
                </a:solidFill>
              </a:defRPr>
            </a:pPr>
            <a:r>
              <a:t>LOW (Urgency Level 4)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Minor/routine conditions: superficial abrasions, mild sprains, dressing changes. (Target: Non-urgent care)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MEMBER 1 • PROBLEM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Why FIFO Queues Fail &amp; HEPS System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320040"/>
            <a:ext cx="2468880" cy="4114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Presenter: Member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Critical Flaw of Standard FIFO Queues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First-In, First-Out Trap: In a standard queue (FIFO), a patient with cardiac arrest who arrives at 14:45 would be forced to wait behind a patient with mild back pain who arrived at 14:00.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Catastrophic Latency: Medical conditions deteriorate exponentially. Delaying resuscitation by even 5 minutes leads to irreversible hypoxia or cardiac death.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Manual Queue Reordering is Risky: Shuffling physical cards or spreadsheets under emergency stress introduces human error, lost records, and subjective bias.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Need for Priority-Driven DSA: Hospital ER systems require an automated, algorithmic priority queue where urgency dictates position, while arrival time acts solely as a fair tie-breaker.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HEPS Project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1. Automated Algorithmic Triage: Instantly calculate queue placement upon registration using a 3-tier deterministic priority comparator.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2. Real-Time Emergency Department Visibility: Provide clinicians and receptionists with immediate insight into waiting counts, critical patient count, and queue head.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3. End-to-End Patient Lifecycle: Seamless workflow transition: Registration -&gt; Waiting -&gt; In Treatment -&gt; Completed Consultation.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4. Resilient Relational Persistence: Ensure zero patient loss via MySQL 8 transactions, keeping in-memory heap synchronized with relational storage.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5. Academic Rigor &amp; Clean OOP: Implement strict separation of concerns, enterprise design patterns (DAO, Singleton, MVC), and 100% automated test coverage.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MEMBER 2 •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Layered Architecture &amp; Separation of Concerns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320040"/>
            <a:ext cx="2468880" cy="4114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Presenter: Member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347472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Presentation Layer (JavaFX 21 + FXML)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Decoupled XML layouts (main_layout, dashboard, register, emergency_queue, patient_history) styled with clean clinical CSS. No business logic in 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39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285999"/>
            <a:ext cx="34747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Controller Layer (JavaFX MVC Controllers)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79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Event handlers (MainController, DashboardController, RegisterPatientController, EmergencyQueueController, PatientHistoryController). Binds UI events to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154680"/>
            <a:ext cx="3474720" cy="50292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Business Service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PatientService (validation, statistics, registration orchestration) and QueueService (PriorityQueue lifecycle, heap snapshots, atomic serving).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023360"/>
            <a:ext cx="3474720" cy="5029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Domain &amp; Data Structure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97764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Encapsulated domain entities (Patient, TreatmentRecord, User) and DSA priority comparator (PatientPriorityComparator).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79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4892039"/>
            <a:ext cx="3474720" cy="5029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 Access Object (DAO)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46319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PatientDao &amp; TreatmentRecordDao interfaces with concrete JDBC implementations (PatientDaoImpl, TreatmentRecordDaoImpl).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5760720"/>
            <a:ext cx="347472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Persistence Layer (MySQL 8 + JDBC)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71500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Relational database with tables, foreign keys, timestamps, indexes, and connection pooling.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MEMBER 2 • CORE JAVA &amp; 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Core Object-Oriented Programming (OOP) Principles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320040"/>
            <a:ext cx="2468880" cy="4114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Presenter: Member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Encapsulation &amp; Immutability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• Private attributes across Patient, User, TreatmentRecord.</a:t>
            </a:r>
            <a:br/>
            <a:r>
              <a:t>• Controlled getters and setters enforcing domain boundaries.</a:t>
            </a:r>
            <a:br/>
            <a:r>
              <a:t>• Safe immutability on sensitive identifiers (tokenNo, patientId).</a:t>
            </a:r>
            <a:br/>
            <a:r>
              <a:t>• Date formatting encapsulated within domain entity (DISPLAY_TIME_FMT).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Data Abstraction (DAO Pattern)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2024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• PatientDao and TreatmentRecordDao define clean abstract contracts.</a:t>
            </a:r>
            <a:br/>
            <a:r>
              <a:t>• Business services interact only with interfaces, never concrete SQL.</a:t>
            </a:r>
            <a:br/>
            <a:r>
              <a:t>• Enables seamless unit testing, mocking, and future database migration without modifying business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Polymorphism &amp; Interfaces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• Comparator&lt;Patient&gt; implemented by custom PatientPriorityComparator.</a:t>
            </a:r>
            <a:br/>
            <a:r>
              <a:t>• Generic TableCell factories in JavaFX dynamically rendering priority badges and status pills.</a:t>
            </a:r>
            <a:br/>
            <a:r>
              <a:t>• Abstract DAO contracts enabling runtime dynamic binding.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0233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Robust Custom Exception Hierarchy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43484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• Checked &amp; Unchecked exception strategy:</a:t>
            </a:r>
            <a:br/>
            <a:r>
              <a:t>  - InvalidPatientDataException for validation boundaries.</a:t>
            </a:r>
            <a:br/>
            <a:r>
              <a:t>  - DatabaseOperationException for persistent SQL failures.</a:t>
            </a:r>
            <a:br/>
            <a:r>
              <a:t>• Descriptive error messages propagated cleanly to JavaFX Alert dialogs.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MEMBER 3 • DSA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 Structures &amp; Algorithms: Java PriorityQueue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320040"/>
            <a:ext cx="2468880" cy="4114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Presenter: Member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Binary Min-Heap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Complete Binary Tree Representation: Java's PriorityQueue is implemented as an array-backed binary min-heap. Parent node at index i has children at 2i + 1 and 2i + 2.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Heap Invariant: Every parent node satisfies comparator(parent, child) &lt;= 0. The highest-priority patient is permanently preserved at array index 0 (root).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Sift-Up on Enqueue: When a new patient is registered, they are appended to the array and sifted up along the logarithmic tree path.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Sift-Down on Dequeue: When the next patient is treated, the root is removed, the last element moves to index 0 and sifts down to restore heap properties.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Memory Footprint: Contiguous array storage provides cache locality, zero pointer overhead compared to linked queues, and dynamic resizing.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Algorithm Complexity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0F172A"/>
                </a:solidFill>
              </a:defRPr>
            </a:pPr>
            <a:r>
              <a:t>Peek Next Patient (Queue Head): 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Complexity: O(1) — Instant examination of highest priority patient at root.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Enqueue New Patient (add / offer): 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Complexity: O(log N) — Sifts up through tree height; under 10 operations for 1,000 patients.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Dequeue Next Patient (poll): 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Complexity: O(log N) — Restores heap invariant via sift-down in logarithmic time.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Heap Removal (Manual Override): 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Complexity: O(N) — Linear scan to locate element, followed by O(log N) sift-down.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Snapshot Extraction for UI Table: 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Complexity: O(N log N) — Extracted and sorted into immutable list for JavaFX TableView display.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MEMBER 3 • SORTING &amp; TIE-BREAKING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Deterministic 3-Tier Priority Comparator Algorithm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320040"/>
            <a:ext cx="2468880" cy="4114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Presenter: Member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PatientPriorityComparator — Algorithmic Decision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 b="1">
                <a:solidFill>
                  <a:srgbClr val="0369A1"/>
                </a:solidFill>
              </a:defRPr>
            </a:pPr>
            <a:r>
              <a:t>Tier 1: Medical Emergency Level (Acuity Rank)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Rule: CRITICAL (1)  &gt;  HIGH (2)  &gt;  MEDIUM (3)  &gt;  LOW (4)</a:t>
            </a:r>
          </a:p>
          <a:p>
            <a:pPr>
              <a:spcAft>
                <a:spcPts val="1000"/>
              </a:spcAft>
              <a:defRPr sz="1000">
                <a:solidFill>
                  <a:srgbClr val="475569"/>
                </a:solidFill>
              </a:defRPr>
            </a:pPr>
            <a:r>
              <a:t>int levelDiff = Integer.compare(p1.getEmergencyLevel().getRank(), p2.getEmergencyLevel().getRank());</a:t>
            </a:r>
            <a:br/>
            <a:r>
              <a:t>if (levelDiff != 0) return levelDiff;</a:t>
            </a:r>
            <a:br/>
            <a:r>
              <a:t>-&gt; Guarantees that urgent life-threats always preempt non-urgent patients regardless of arrival order.</a:t>
            </a:r>
          </a:p>
          <a:p>
            <a:pPr>
              <a:defRPr sz="1300" b="1">
                <a:solidFill>
                  <a:srgbClr val="0369A1"/>
                </a:solidFill>
              </a:defRPr>
            </a:pPr>
            <a:r>
              <a:t>Tier 2: Arrival Timestamp (FIFO within urgency tier)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Rule: Earlier Timestamp First (First-Come, First-Served for Equal Acuity)</a:t>
            </a:r>
          </a:p>
          <a:p>
            <a:pPr>
              <a:spcAft>
                <a:spcPts val="1000"/>
              </a:spcAft>
              <a:defRPr sz="1000">
                <a:solidFill>
                  <a:srgbClr val="475569"/>
                </a:solidFill>
              </a:defRPr>
            </a:pPr>
            <a:r>
              <a:t>int timeDiff = p1.getArrivalTime().compareTo(p2.getArrivalTime());</a:t>
            </a:r>
            <a:br/>
            <a:r>
              <a:t>if (timeDiff != 0) return timeDiff;</a:t>
            </a:r>
            <a:br/>
            <a:r>
              <a:t>-&gt; Ensures absolute fairness: if two patients arrive with HIGH priority, the one who arrived earlier is served first.</a:t>
            </a:r>
          </a:p>
          <a:p>
            <a:pPr>
              <a:defRPr sz="1300" b="1">
                <a:solidFill>
                  <a:srgbClr val="0369A1"/>
                </a:solidFill>
              </a:defRPr>
            </a:pPr>
            <a:r>
              <a:t>Tier 3: Sequential Unique Token Number (Deterministic Tie-Breaker)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Rule: TK-2026-0001 &lt; TK-2026-0002</a:t>
            </a:r>
          </a:p>
          <a:p>
            <a:pPr>
              <a:spcAft>
                <a:spcPts val="1000"/>
              </a:spcAft>
              <a:defRPr sz="1000">
                <a:solidFill>
                  <a:srgbClr val="475569"/>
                </a:solidFill>
              </a:defRPr>
            </a:pPr>
            <a:r>
              <a:t>return p1.getTokenNo().compareTo(p2.getTokenNo());</a:t>
            </a:r>
            <a:br/>
            <a:r>
              <a:t>-&gt; Mathematically prevents arbitrary ordering in edge cases where arrival timestamps match to the nanosecond.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MEMBER 4 • DATABASE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Relational Database Design &amp; Schema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320040"/>
            <a:ext cx="2468880" cy="4114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Presenter: Member 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Table: patients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0F172A"/>
                </a:solidFill>
              </a:defRPr>
            </a:pPr>
            <a:r>
              <a:t>patient_id — INT AUTO_INCREMENT (PK)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Primary surrogate key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token_no — VARCHAR(20) UNIQUE NOT NULL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Unique business token (TK-YYYY-XXXX)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full_name — VARCHAR(100) NOT NULL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Patient full demographic name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age / gender — INT, ENUM('Male','Female','Other')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Demographics &amp; clinical segmentation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phone — VARCHAR(20) NOT NULL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Emergency contact number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symptoms — TEXT NOT NULL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Presenting complaint / triage notes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emergency_level — ENUM('CRITICAL','HIGH','MEDIUM','LOW')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Triage acuity rating (Indexed)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status — ENUM('WAITING','IN_TREATMENT','COMPLETED')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Queue lifecycle state (Indexed)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arrival_time — DATETIME DEFAULT CURRENT_TIMESTAMP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Arrival timestamp (Indexed)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Table: treatment_records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202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0F172A"/>
                </a:solidFill>
              </a:defRPr>
            </a:pPr>
            <a:r>
              <a:t>record_id — INT AUTO_INCREMENT (PK)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Primary clinical consultation key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patient_id — INT NOT NULL (FK)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References patients(patient_id) ON DELETE CASCADE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doctor_name — VARCHAR(100) NOT NULL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Attending physician / clinician identity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treatment_notes — TEXT NOT NULL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Clinical observations, Rx, discharge orders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admitted_at — DATETIME NOT NULL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Timestamp when treatment began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completed_at — DATETIME NULL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  Timestamp when patient was discharged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MEMBER 4 • DATA ACCESS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Enterprise JDBC Persistence &amp; Security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320040"/>
            <a:ext cx="2468880" cy="4114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Presenter: Member 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Zero SQL Injection via PreparedStatements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• All database operations utilize parameterized java.sql.PreparedStatement.</a:t>
            </a:r>
            <a:br/>
            <a:r>
              <a:t>• User input strings are treated strictly as data literals, never executable SQL.</a:t>
            </a:r>
            <a:br/>
            <a:r>
              <a:t>• Completely eliminates SQL injection vectors across search, insert, and update queries.</a:t>
            </a:r>
            <a:br/>
            <a:r>
              <a:t>• Syntax: 'SELECT * FROM patients WHERE status = ? AND full_name LIKE ?'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Dual-Layer State Synchronization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2024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• In-memory Java PriorityQueue provides sub-millisecond sorting and UI responsiveness.</a:t>
            </a:r>
            <a:br/>
            <a:r>
              <a:t>• Relational MySQL database guarantees durability across application restarts.</a:t>
            </a:r>
            <a:br/>
            <a:r>
              <a:t>• Bootstrapping Algorithm: On startup, QueueService queries all patients with status='WAITING' and repopulates the PriorityQueue in O(N log N).</a:t>
            </a:r>
            <a:br/>
            <a:r>
              <a:t>• State mutations update MySQL first, followed by heap reconciliation.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Transaction Safety &amp; Resource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• Try-with-resources blocks guarantee deterministic closure of Connections, Statements, and ResultSets.</a:t>
            </a:r>
            <a:br/>
            <a:r>
              <a:t>• Prevents database connection leaks and socket exhaustion.</a:t>
            </a:r>
            <a:br/>
            <a:r>
              <a:t>• Explicit commit/rollback semantics on clinical treatment transitions.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0233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Data Privacy &amp; Phone Masking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43484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• Triage TableViews display masked phone numbers (+91 98****001) to protect patient PII on reception screens.</a:t>
            </a:r>
            <a:br/>
            <a:r>
              <a:t>• Unmasked telephone numbers are revealed only in clinical drawers upon explicit physician selection.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MEMBER 5 • UI / UX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Emergency Department Staff Workstation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320040"/>
            <a:ext cx="2468880" cy="4114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Presenter: Member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114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Hospital Reception UX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Calm Clinical Palette: Soft cool gray (#F8FAFC), crisp white panels (#FFFFFF), restrained hospital blue (#0284C7). Red is strictly reserved for genuinely CRITICAL life-threats.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Fast Visual Hierarchy: 3 compact summary cards: Waiting, Critical (red metric), In Treatment. High-urgency admissions visible in under 2 seconds.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Clean Vector Line Icons: Replaced text glyphs with native JavaFX SVGPath vector icons for Overview, Register, Queue, and Records.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Ergonomic Typography: Clear font scaling from 26px titles down to 11px badges with strict 8px spacing rhythm.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Desktop Resolution: Tailored for 1366x768 reception displays with zero vertical clipping and clean fixed row heights.</a:t>
            </a:r>
          </a:p>
        </p:txBody>
      </p:sp>
      <p:pic>
        <p:nvPicPr>
          <p:cNvPr id="10" name="Picture 9" descr="screen_full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633953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MEMBER 5 • APPLICATION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Functional Screen Tour &amp; Clinical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320040"/>
            <a:ext cx="2468880" cy="4114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Presenter: Member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Register Patient</a:t>
            </a:r>
          </a:p>
        </p:txBody>
      </p:sp>
      <p:pic>
        <p:nvPicPr>
          <p:cNvPr id="9" name="Picture 8" descr="screen_register_pat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320040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40690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2-column clinical form card grouping Personal details (Name, Phone, Age, Gender) &amp; Visit details (Urgency guidance, Complaint). Auto-token generation.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087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Emergency Queue</a:t>
            </a:r>
          </a:p>
        </p:txBody>
      </p:sp>
      <p:pic>
        <p:nvPicPr>
          <p:cNvPr id="13" name="Picture 12" descr="screen_emergency_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920240"/>
            <a:ext cx="3200400" cy="2011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80560" y="40690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Strict urgency-ordered worklist. Red 'Begin Treatment' primary action, compact search filter, and instant patient selection drawer.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37160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5087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Patient Records</a:t>
            </a:r>
          </a:p>
        </p:txBody>
      </p:sp>
      <p:pic>
        <p:nvPicPr>
          <p:cNvPr id="17" name="Picture 16" descr="screen_patient_rec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920240"/>
            <a:ext cx="3200400" cy="2011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92440" y="40690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Complete audit log of ED visits. Masked phone privacy, consistent status pills (Waiting, In Treatment, Completed), and discharge notes.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MEMBER 5 • TESTING &amp;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Automated Testing, Verification &amp; Quality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320040"/>
            <a:ext cx="2468880" cy="4114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Presenter: Member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JUnit 5 Test Suite (19 Tests Passing)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0F172A"/>
                </a:solidFill>
              </a:defRPr>
            </a:pPr>
            <a:r>
              <a:t>PatientPriorityComparatorTest (4 tests)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Validates strict 3-tier ordering: Urgency rank check, FIFO arrival timestamp tie-breaking, and token string tie-breaker.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PriorityQueueOrderingTest (3 tests)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Verifies Java PriorityQueue poll() extraction matches comparator ordering; checks heap restoration after peek/poll operations.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DatabaseQueueIntegrationTest (1 test)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Validates dynamic bootstrapping: seeding MySQL with waiting patients and verifying queue reconstruction on boot.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JdbcPersistenceIntegrationTest (1 test)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Tests full transactional lifecycle: register patient -&gt; admit to treatment bay -&gt; complete discharge with notes.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TokenGeneratorTest (2 tests)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Verifies sequential formatting (TK-YYYY-XXXX) and uniqueness guarantees across concurrent registrations.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ValidationUtilTest (7 tests)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Tests boundary validation for age limits (0-125), phone formats (10-15 digits), and non-empty symptoms.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ScreenCaptureTest (1 test)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Automated headless JavaFX rendering and snapshot capture verifying zero UI clipping across 5 workstation 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Maven Build &amp; Test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COMMAND LINE TEST RUN:</a:t>
            </a:r>
            <a:br/>
            <a:r>
              <a:t>$ mvn clean test</a:t>
            </a:r>
            <a:br/>
            <a:br/>
            <a:r>
              <a:t>TEST RESULTS LOG:</a:t>
            </a:r>
            <a:br/>
            <a:r>
              <a:t>-------------------------------------------------------</a:t>
            </a:r>
            <a:br/>
            <a:r>
              <a:t> T E S T S</a:t>
            </a:r>
            <a:br/>
            <a:r>
              <a:t>-------------------------------------------------------</a:t>
            </a:r>
            <a:br/>
            <a:r>
              <a:t>[INFO] Running DatabaseQueueIntegrationTest -&gt; PASS</a:t>
            </a:r>
            <a:br/>
            <a:r>
              <a:t>[INFO] Running JdbcPersistenceIntegrationTest -&gt; PASS</a:t>
            </a:r>
            <a:br/>
            <a:r>
              <a:t>[INFO] Running PatientPriorityComparatorTest -&gt; PASS</a:t>
            </a:r>
            <a:br/>
            <a:r>
              <a:t>[INFO] Running PriorityQueueOrderingTest -&gt; PASS</a:t>
            </a:r>
            <a:br/>
            <a:r>
              <a:t>[INFO] Running ScreenCaptureTest -&gt; PASS</a:t>
            </a:r>
            <a:br/>
            <a:r>
              <a:t>[INFO] Running TokenGeneratorTest -&gt; PASS</a:t>
            </a:r>
            <a:br/>
            <a:r>
              <a:t>[INFO] Running ValidationUtilTest -&gt; PASS</a:t>
            </a:r>
            <a:br/>
            <a:br/>
            <a:r>
              <a:t>Results: Tests run: 19, Failures: 0, Errors: 0</a:t>
            </a:r>
            <a:br/>
            <a:r>
              <a:t>[INFO] ------------------------------------------------</a:t>
            </a:r>
            <a:br/>
            <a:r>
              <a:t>[INFO] BUILD SUCCESS (Total time: 18.6 s)</a:t>
            </a:r>
            <a:br/>
            <a:r>
              <a:t>[INFO] ------------------------------------------------</a:t>
            </a:r>
            <a:br/>
            <a:br/>
            <a:r>
              <a:t>All 19 unit &amp; integration tests execute automatically in CI/CD pipeline.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TEAM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Individual Viva Voce Defense &amp; Technical Mastery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320040"/>
            <a:ext cx="2468880" cy="4114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All Team Members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5331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t>Member 1 Question: Why is PriorityQueue preferred over a sorted LinkedList for emergency triage?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Answer: LinkedList insertion takes O(N) linear time to find insertion spot. Java's PriorityQueue min-heap inserts in O(log N) time and retrieves the head in O(1) time. For high-volume hospital intake, O(log N) eliminates critical delays.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0487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t>Member 2 Question: Why use DAO interfaces rather than direct SQL calls inside JavaFX Controllers?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Answer: Separation of concerns. Controllers handle UI events and view updates. DAOs encapsulate SQL persistence. If the underlying database changes from MySQL to PostgreSQL, only the DAO implementation changes; controllers and views remain untouched.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79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56431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t>Member 3 Question: Why can't you iterate directly over Java's PriorityQueue to populate the TableView?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Answer: Java's PriorityQueue.iterator() does NOT guarantee sorted order—it only visits internal array elements in arbitrary heap order. To display a sorted table, we extract a snapshot and sort it via Collections.sort(snapshot, comparator).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0799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t>Member 4 Question: How do you prevent SQL Injection and handle concurrent access in MySQL?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Answer: We strictly use PreparedStatement parameters (?). User inputs are escaped by the JDBC driver and never concatenated. Foreign keys maintain referential integrity, and database connection lifecycles are governed by try-with-resources.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5955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t>Member 5 Question: How does the UI prevent clinician errors during patient admission and discharge?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Answer: 'Complete Treatment' is disabled until an IN_TREATMENT patient is selected. Treatment notes cannot be empty. Serving patients requires confirmation dialogs, and masked phone numbers safeguard patient privacy.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Achievements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320040"/>
            <a:ext cx="2468880" cy="4114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All Team Members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Key Project Achievements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✔ Delivered a production-grade JavaFX Emergency Triage desktop application fulfilling all CSE203 rubric criteria.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✔ Integrated DSA Min-Heap PriorityQueue with 3-tier deterministic comparator logic.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✔ Connected robust relational MySQL 8 backend with full CRUD, foreign key cascade, and phone masking privacy.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✔ Engineered a calm, professional hospital workstation interface with zero visual clipping or lag.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✔ Established comprehensive automated verification with 19 passing JUnit 5 tests covering all edge cases.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✔ Maintained Git collaboration hygiene with descriptive semantic commits and full technical documentation.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Future Technical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HL7 / FHIR EHR Interoperability: Enable standards-compliant data exchange with central hospital electronic health records (EHR).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IoT Vitals Monitor Integration: Automate triage level updates by streaming real-time pulse oximetry, blood pressure, and ECG telemetry directly into the queue.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Multi-User WebSocket Sync: Upgrade from local polling to bi-directional WebSocket push notifications for distributed multi-terminal ER departments.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SMS &amp; Waiting Display Board: Send SMS notifications to family members and drive digital signage monitors in the hospital waiting hall.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Aft>
                <a:spcPts val="2400"/>
              </a:spcAft>
              <a:defRPr sz="2200">
                <a:solidFill>
                  <a:srgbClr val="0284C7"/>
                </a:solidFill>
              </a:defRPr>
            </a:pPr>
            <a:r>
              <a:t>Hospital Emergency Priority System (HEPS)</a:t>
            </a:r>
          </a:p>
          <a:p>
            <a:pPr algn="ctr">
              <a:spcAft>
                <a:spcPts val="2000"/>
              </a:spcAft>
              <a:defRPr sz="1600">
                <a:solidFill>
                  <a:srgbClr val="CBD5E1"/>
                </a:solidFill>
              </a:defRPr>
            </a:pPr>
            <a:r>
              <a:t>We welcome any questions from the examination panel.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Team Members 1, 2, 3, 4, and 5 are ready for individual viva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