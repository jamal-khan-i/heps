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Hospital Emergency Priority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194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4B8A6"/>
                </a:solidFill>
                <a:latin typeface="Calibri"/>
              </a:defRPr>
            </a:pPr>
            <a:r>
              <a:t>Smarter Triage. Faster Care. Saving Lives.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CSE203 — Object-Oriented Programming using Java  |  Mini Project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023360"/>
            <a:ext cx="7315200" cy="1645920"/>
          </a:xfrm>
          <a:prstGeom prst="roundRect">
            <a:avLst>
              <a:gd name="adj" fmla="val 3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4114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5262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16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Member 1  —  Problem &amp; Motivation</a:t>
            </a:r>
          </a:p>
          <a:p>
            <a:pPr>
              <a:spcAft>
                <a:spcPts val="616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Member 2  —  How the System Works</a:t>
            </a:r>
          </a:p>
          <a:p>
            <a:pPr>
              <a:spcAft>
                <a:spcPts val="616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Member 3  —  Smart Queue &amp; Priority Logic</a:t>
            </a:r>
          </a:p>
          <a:p>
            <a:pPr>
              <a:spcAft>
                <a:spcPts val="616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Member 4  —  Database &amp; Data Safety</a:t>
            </a:r>
          </a:p>
          <a:p>
            <a:pPr>
              <a:spcAft>
                <a:spcPts val="616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Member 5  —  Live Demo &amp;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Presentation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69164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65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Why emergency rooms need smarter patient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73152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65176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87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26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What our system does and how staff use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474720"/>
            <a:ext cx="73152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361188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547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Smart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86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How patients are automatically sorted by urgency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3484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434840"/>
            <a:ext cx="73152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457200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079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Data &amp;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846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How patient records are stored securely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9496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394960"/>
            <a:ext cx="73152" cy="777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7280" y="553212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468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806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See the system in action +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Emergency departments are overwhelmed. The wrong patient order can cost lives.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4747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Calibri"/>
              </a:defRPr>
            </a:pPr>
            <a:r>
              <a:t>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First-Come, First-Served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8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 patient with chest pain waits behind someone</a:t>
            </a:r>
          </a:p>
          <a:p>
            <a:pPr>
              <a:spcAft>
                <a:spcPts val="728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with a minor cut — simply because they arrived later.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34747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Manual Lists Cause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918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8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Staff using whiteboards or paper registers lose track</a:t>
            </a:r>
          </a:p>
          <a:p>
            <a:pPr>
              <a:spcAft>
                <a:spcPts val="728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of patients, leading to missed priorities under pressure.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83280" cy="34747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383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History or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9184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8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Without a digital system, there's no record of</a:t>
            </a:r>
          </a:p>
          <a:p>
            <a:pPr>
              <a:spcAft>
                <a:spcPts val="728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who was treated, when, or by which doctor.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77840"/>
            <a:ext cx="10515600" cy="82296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6692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4B8A6"/>
                </a:solidFill>
                <a:latin typeface="Calibri"/>
              </a:defRPr>
            </a:pPr>
            <a:r>
              <a:t>💡  Key Insight:  In emergencies, the order you serve patients is a life-or-death decision. Our system ensures the sickest patient is always treated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We Classify Patients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Every patient gets one of four priority levels at registration — like hospital triage.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5176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Immediate danger to life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Heart attack, severe bleeding,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difficulty breathing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37360"/>
            <a:ext cx="265176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737360"/>
            <a:ext cx="26517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Calibri"/>
              </a:defRPr>
            </a:pPr>
            <a:r>
              <a:t>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06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Urgent but 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657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Broken bones, high fever,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chest pain with stable vitals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265176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73736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Needs attention soon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Moderate pain, infections,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non-critical injuries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737360"/>
            <a:ext cx="265176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737360"/>
            <a:ext cx="26517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Calibri"/>
              </a:defRPr>
            </a:pPr>
            <a:r>
              <a:t>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06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Can wait safely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657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Minor cuts, mild cold,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routine check-ups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◀ ─────────────  TREATED FIRST  ─────────────  TREATED LAST  ─────────────── 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Solution: HEPS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 desktop application for hospital staff to register, prioritize, and treat emergency patients.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474720" cy="21031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Register 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Staff enters patient name, age, symptoms,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and selects the emergency level.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 unique token (TK-2026-0001) is generated.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45920"/>
            <a:ext cx="3474720" cy="21031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828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Live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3774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See total waiting, critical cases, patients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being treated, and completed count —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all updated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645920"/>
            <a:ext cx="3474720" cy="21031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828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19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Smart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37744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The system automatically sorts patients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by urgency. The most critical patient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is always shown at the top.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3474720" cy="21031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Treatment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Doctors can begin treatment, add clinical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notes, and mark patients as completed.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Full history is maintained.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4023360"/>
            <a:ext cx="3474720" cy="21031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Search &amp;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Find any patient by token or name.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View complete records including doctor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notes and treatment timestamps.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4023360"/>
            <a:ext cx="3474720" cy="21031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9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19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Staff Roles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Different views for Admin, Receptionist,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and Doctor — each sees only what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they need for their job.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Patient Journey Through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From arrival to treatment — every step is tracked and organized.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2011680" cy="32004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2860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Patient Arrives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Receptionist registers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the patient with details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and emergency level.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011680"/>
            <a:ext cx="2011680" cy="32004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01168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91840" y="228600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Token Generated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4747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System creates a unique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token (TK-2026-XXXX)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and adds to the queue.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2011680"/>
            <a:ext cx="2011680" cy="32004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2011680"/>
            <a:ext cx="20116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77840" y="228600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Auto-Prioritized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4747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Patient is automatically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placed in the correct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position by urgency.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011680"/>
            <a:ext cx="2011680" cy="32004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2011680"/>
            <a:ext cx="20116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63840" y="228600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Called for Treatment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4747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Doctor sees the next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patient to treat and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begins consultation.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2011680"/>
            <a:ext cx="2011680" cy="32004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9760" y="201168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49840" y="22860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3017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Treatment 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4747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Doctor adds notes,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marks as completed.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Record is saved.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577840"/>
            <a:ext cx="10515600" cy="82296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6692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  <a:latin typeface="Calibri"/>
              </a:defRPr>
            </a:pPr>
            <a:r>
              <a:t>✅  Every status change (Waiting → In Treatment → Completed) is saved permanently in the database. Nothing is ever lost.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the Smart Queue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system uses a Priority Queue — a smart data structure that always keeps the most urgent patient on 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Calibri"/>
              </a:defRPr>
            </a:pPr>
            <a:r>
              <a:t>Example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Patients arrive in this order: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54864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14:00  •  Patient A  —  Low (Mild cold)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54680"/>
            <a:ext cx="54864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14:05  •  Patient B  —  Medium (Sprained ankle)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57600"/>
            <a:ext cx="54864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14:10  •  Patient C  —  Critical (Chest pain)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60520"/>
            <a:ext cx="54864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14:15  •  Patient D  —  High (Deep laceration)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017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Calibri"/>
              </a:defRPr>
            </a:pPr>
            <a:r>
              <a:t>System Queue Order (auto-sorted)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286000"/>
            <a:ext cx="4754880" cy="59436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286000"/>
            <a:ext cx="54864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Patient C  •  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587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Treated immediately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017520"/>
            <a:ext cx="4754880" cy="59436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3017520"/>
            <a:ext cx="54864" cy="594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Patient D  • 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319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Next in 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3749040"/>
            <a:ext cx="4754880" cy="59436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374904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3840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Patient B  •  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050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Waits safely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4480560"/>
            <a:ext cx="4754880" cy="59436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4480560"/>
            <a:ext cx="54864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Patient A  •  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782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Treated last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303520"/>
            <a:ext cx="10515600" cy="109728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3949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How does the sorting work?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7607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Step 1:  Compare urgency level — Critical always comes first, then High, Medium, Low.</a:t>
            </a:r>
          </a:p>
          <a:p>
            <a:pPr>
              <a:spcAft>
                <a:spcPts val="624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Step 2:  If same urgency — the patient who arrived earlier goes first (fair ordering).</a:t>
            </a:r>
          </a:p>
          <a:p>
            <a:pPr>
              <a:spcAft>
                <a:spcPts val="624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Step 3:  If everything matches — the patient with the smaller token number goes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Normal Queue vs Smart Queue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❌  Normal Queue (First Come, First Served)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54864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#1  Patient A  —  Low (mild cold)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54864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#2  Patient B  —  Medium (sprained ankle)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383280"/>
            <a:ext cx="54864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83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#3  Patient C  —  CRITICAL (chest pain!) ⚠️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23359"/>
            <a:ext cx="54864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#4  Patient D  —  High (deep laceration)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⚠️ Patient C has chest pain but must wait</a:t>
            </a:r>
            <a:br/>
            <a:r>
              <a:t>behind 2 non-urgent patients!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303520" cy="475488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53035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✅  Our Smart Queue (Priority-Based)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103120"/>
            <a:ext cx="54864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103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#1  Patient C  —  CRITICAL (chest pain) 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743200"/>
            <a:ext cx="54864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#2  Patient D  —  High (deep laceration)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383280"/>
            <a:ext cx="54864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383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#3  Patient B  —  Medium (sprained ankle)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023359"/>
            <a:ext cx="54864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0233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#4  Patient A  —  Low (mild cold)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846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✅ Patient C is automatically moved to the front.</a:t>
            </a:r>
            <a:br/>
            <a:r>
              <a:t>Chest pain is treated immediately!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system is built using industry-standard Java technologies — here's the big picture.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51760" cy="292608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6517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  <a:latin typeface="Calibri"/>
              </a:defRPr>
            </a:pPr>
            <a:r>
              <a:t>Java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Core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The backbone of our entire application.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Handles all business logic, validation,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and data 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292608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🖥️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JavaFX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Desktop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Creates the visual screens that staff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interact with — buttons, tables, forms,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and status indicators.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2651760" cy="292608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737360"/>
            <a:ext cx="26517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MySQL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Stores all patient records, treatment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history, and staff information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permanently and securely.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737360"/>
            <a:ext cx="2651760" cy="292608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737360"/>
            <a:ext cx="26517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Calibri"/>
              </a:defRPr>
            </a:pPr>
            <a:r>
              <a:t>JDBC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Database Bridge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200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Connects our Java application to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MySQL. All queries use safe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parameterized statements.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Calibri"/>
              </a:defRPr>
            </a:pPr>
            <a:r>
              <a:t>System 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440680"/>
            <a:ext cx="1371600" cy="7315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4681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Staff Screen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(JavaFX)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5440680"/>
            <a:ext cx="1371600" cy="7315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54681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5760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Logic (Java)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5440680"/>
            <a:ext cx="1371600" cy="7315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54681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Smart Queue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5760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(Priority Queue)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5440680"/>
            <a:ext cx="1371600" cy="7315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04120" y="54681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5760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(MySQL)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Design Principles We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We followed four key software design principles to keep the code clean, safe, and maintainable.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5176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Encapsulation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Data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Patient information is kept private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inside each object. Only authorized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parts of the system can read or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change it — like a locked medical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26517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Abstraction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Hide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The system hides complex database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operations behind simple interfaces.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Staff sees a clean form — not the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100 lines of code behind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265176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737360"/>
            <a:ext cx="26517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  <a:latin typeface="Calibri"/>
              </a:defRPr>
            </a:pPr>
            <a:r>
              <a:t>Polymorphism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Flexible Behavior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The same action can behave differently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based on context — like how each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priority level gets a different color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badge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737360"/>
            <a:ext cx="265176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73736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Calibri"/>
              </a:defRPr>
            </a:pPr>
            <a:r>
              <a:t>Error Handling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Graceful 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291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If something goes wrong (network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failure, invalid input), the system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shows a clear message instead</a:t>
            </a:r>
          </a:p>
          <a:p>
            <a:pPr>
              <a:spcAft>
                <a:spcPts val="624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of crashing.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Data We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Three main data tables keep everything organized and connected.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56616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Patients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Token number (TK-2026-XXXX)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Full name, age, gender, 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Symptoms and emergency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Arrival time and current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Waiting → In Treatment → 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737360"/>
            <a:ext cx="356616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737360"/>
            <a:ext cx="35661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Treatment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743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Linked to patient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46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Attending doctor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749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Clinical notes and diagnosis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When treatment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754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When treatment was completed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737360"/>
            <a:ext cx="356616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737360"/>
            <a:ext cx="35661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Calibri"/>
              </a:defRPr>
            </a:pPr>
            <a:r>
              <a:t>Staff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743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Username and secure password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246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Full name of staff member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749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Role: Admin / Receptionist / Doctor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Passwords are encrypted (hashed)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754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Controls what each person can 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035040"/>
            <a:ext cx="10515600" cy="54864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60807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  <a:latin typeface="Calibri"/>
              </a:defRPr>
            </a:pPr>
            <a:r>
              <a:t>🔐  All database queries use parameterized statements — meaning user input can never corrupt the database (SQL Injection prevention).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Safety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Patient data is sensitive. Here's how we protect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566160" cy="21031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661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Encrypted Passwords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Staff passwords are stored using SHA-256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hashing. Even if the database is accessed,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no one can read the actual passwords.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45920"/>
            <a:ext cx="3566160" cy="21031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645920"/>
            <a:ext cx="35661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SQL Injection Prevention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All data inputs go through parameterized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queries. This means malicious input can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never break or exploit the database.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566160" cy="21031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Input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331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Every form field is checked before saving: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age must be 0-125, phone must be 10-15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digits, and required fields can't be empty.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3566160" cy="21031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35661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Persistent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09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All records are saved permanently in MySQL.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Even if the app restarts, every patient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record and treatment note is preserved.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4023360"/>
            <a:ext cx="3566160" cy="21031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4023360"/>
            <a:ext cx="35661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External Configuration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709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Database credentials are stored in a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separate config file — not hardcoded.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Easy to change without touching code.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023360"/>
            <a:ext cx="3566160" cy="21031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023360"/>
            <a:ext cx="35661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Graceful Error Handling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709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If the database is temporarily offline,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the app continues working with in-memory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data and shows a clear warning.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We wrote automated tests to make sure the system works correctly — every single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00400" cy="22860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2004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2C55E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Automated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  <a:latin typeface="Calibri"/>
              </a:defRPr>
            </a:pPr>
            <a:r>
              <a:t>All Passing 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7040880" cy="685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10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✅  Priority Sorting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8483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2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Verified that Critical patients are always</a:t>
            </a:r>
          </a:p>
          <a:p>
            <a:pPr>
              <a:spcAft>
                <a:spcPts val="352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served before High, Medium, and 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560320"/>
            <a:ext cx="7040880" cy="685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633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✅  Tie-Breaking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0779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2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When two patients have the same urgency,</a:t>
            </a:r>
          </a:p>
          <a:p>
            <a:pPr>
              <a:spcAft>
                <a:spcPts val="352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the earlier arrival is correctly served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383280"/>
            <a:ext cx="7040880" cy="685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456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✅  Token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3075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2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Tested 1,000 tokens to confirm every</a:t>
            </a:r>
          </a:p>
          <a:p>
            <a:pPr>
              <a:spcAft>
                <a:spcPts val="352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single one is unique — zero duplicates.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206240"/>
            <a:ext cx="7040880" cy="685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279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✅  Input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55371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2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Invalid age, bad phone numbers, and</a:t>
            </a:r>
          </a:p>
          <a:p>
            <a:pPr>
              <a:spcAft>
                <a:spcPts val="352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empty fields are correctly rejected.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029200"/>
            <a:ext cx="7040880" cy="685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5102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✅  Database Sync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37667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2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Confirmed that patients loaded from the</a:t>
            </a:r>
          </a:p>
          <a:p>
            <a:pPr>
              <a:spcAft>
                <a:spcPts val="352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database maintain correct priority order.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Team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Each team member contributed to design, development, and testing — tracked via Git.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210312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103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Member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  <a:latin typeface="Calibri"/>
              </a:defRPr>
            </a:pPr>
            <a:r>
              <a:t>Research &amp;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Identified the hospital problem,</a:t>
            </a:r>
          </a:p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defined priority levels, and wrote</a:t>
            </a:r>
          </a:p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the project requirements document.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737360"/>
            <a:ext cx="210312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737360"/>
            <a:ext cx="21031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965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Member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B8A6"/>
                </a:solidFill>
                <a:latin typeface="Calibri"/>
              </a:defRPr>
            </a:pPr>
            <a:r>
              <a:t>Application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2918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Designed the layered structure,</a:t>
            </a:r>
          </a:p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created Java classes, and ensured</a:t>
            </a:r>
          </a:p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clean code organization.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1737360"/>
            <a:ext cx="210312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1737360"/>
            <a:ext cx="21031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965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Member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97316"/>
                </a:solidFill>
                <a:latin typeface="Calibri"/>
              </a:defRPr>
            </a:pPr>
            <a:r>
              <a:t>Priority Queue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2918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Implemented the smart queue and</a:t>
            </a:r>
          </a:p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the sorting rules that determine</a:t>
            </a:r>
          </a:p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patient treatment order.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1737360"/>
            <a:ext cx="210312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1737360"/>
            <a:ext cx="21031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1965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Member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  <a:latin typeface="Calibri"/>
              </a:defRPr>
            </a:pPr>
            <a:r>
              <a:t>Database &amp;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2918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Set up MySQL tables, wrote data</a:t>
            </a:r>
          </a:p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access code, and implemented</a:t>
            </a:r>
          </a:p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password hashing &amp; validation.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1737360"/>
            <a:ext cx="2103120" cy="411480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9760" y="1737360"/>
            <a:ext cx="21031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1965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Member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Calibri"/>
              </a:defRPr>
            </a:pPr>
            <a:r>
              <a:t>UI Design &amp;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32918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Designed the staff interface using</a:t>
            </a:r>
          </a:p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JavaFX, wrote automated tests,</a:t>
            </a:r>
          </a:p>
          <a:p>
            <a:pPr>
              <a:spcAft>
                <a:spcPts val="528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and prepared the live demo.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6035040"/>
            <a:ext cx="10515600" cy="54864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60807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  <a:latin typeface="Calibri"/>
              </a:defRPr>
            </a:pPr>
            <a:r>
              <a:t>📁  All work tracked on GitHub with individual commits, branches, and pull requests — demonstrating real team collaboration.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We will now demonstrate the system working end-to-end.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2011680" cy="34747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Open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Launch the system and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show the empty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737360"/>
            <a:ext cx="2011680" cy="34747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73736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91840" y="201168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Register 3 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2004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Add a Low, Medium, and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Critical patient to show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how priority 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1737360"/>
            <a:ext cx="2011680" cy="34747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1737360"/>
            <a:ext cx="20116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77840" y="20116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View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2004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Show how Critical patient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is automatically at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position #1.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1737360"/>
            <a:ext cx="2011680" cy="34747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1737360"/>
            <a:ext cx="20116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63840" y="201168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Begin Treatment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2004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Select the top patient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and begin the treatment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workflow.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1737360"/>
            <a:ext cx="2011680" cy="347472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73736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9840" y="20116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Complete &amp;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2004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Complete the treatment,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add notes, and search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for the patient record.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48640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577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to Watch For During the Demo: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8521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2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Patients jump to the correct queue position based on urgency (not arrival order)</a:t>
            </a:r>
          </a:p>
          <a:p>
            <a:pPr>
              <a:spcAft>
                <a:spcPts val="432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Color-coded priority badges make it easy to scan at a glance</a:t>
            </a:r>
          </a:p>
          <a:p>
            <a:pPr>
              <a:spcAft>
                <a:spcPts val="432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•  Dashboard numbers update instantly as patients move through the workflow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4864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53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Solves a Real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91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Emergency departments need automated prioritization to save lives.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54864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13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Smart, Not Just 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651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Our priority queue ensures the sickest patient is always treated first —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54864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2735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Secure &amp; Reliable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611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Patient data is encrypted, validated, and safely stored in a relational database.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6052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16052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2336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Complete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From registration to treatment to history — every step is tracked and auditable.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120640"/>
            <a:ext cx="54864" cy="777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193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Team Effort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532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Built collaboratively using Git, with clean architecture and 19 passing automated tests.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4B8A6"/>
                </a:solidFill>
                <a:latin typeface="Calibri"/>
              </a:defRPr>
            </a:pPr>
            <a:r>
              <a:t>Hospital Emergency Priority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CSE203 — Object-Oriented Programming using 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572000"/>
            <a:ext cx="5760720" cy="1097280"/>
          </a:xfrm>
          <a:prstGeom prst="roundRect">
            <a:avLst>
              <a:gd name="adj" fmla="val 2000"/>
            </a:avLst>
          </a:prstGeom>
          <a:solidFill>
            <a:srgbClr val="23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4663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We're happy to answer any questions!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029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🎤  Q &amp; A  Session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